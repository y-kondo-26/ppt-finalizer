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12192000" cy="6858000"/>
  <p:sldMasterIdLst>
    <p:sldMasterId id="1" r:id="rId3"/>
  </p:sldMasterIdLst>
  <p:sldIdLst>
    <p:sldId id="256" r:id="rId2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p:sldLayout/>
</file>

<file path=ppt/slideLayouts/slideLayout2.xml><p:sldLayout/>
</file>

<file path=ppt/slideMasters/slideMaster1.xml><p:sldMaster/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nvPr>
            <p:ph type="title"/>
          </p:nvPr>
        </p:nvSpPr>
        <p:txBody>
          <a:p>
            <a:r>
              <a:rPr>
                <a:latin typeface="Arial"/>
              </a:rPr>
              <a:t>Hello</a:t>
            </a:r>
          </a:p>
        </p:txBody>
      </p:sp>
      <p:sp>
        <p:nvSpPr>
          <p:nvPr>
            <p:ph type="body"/>
          </p:nvPr>
        </p:nvSpPr>
        <p:txBody>
          <a:p>
            <a:r>
              <a:rPr>
                <a:latin typeface="Calibri"/>
              </a:rPr>
              <a:t>World</a:t>
            </a:r>
          </a:p>
        </p:txBody>
      </p:sp>
      <p:pic>
        <p:nvPicPr>
          <p:cNvPr id="3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1828800" cy="1371600"/>
          </a:xfrm>
          <a:prstGeom prst="rect">
            <a:avLst/>
          </a:prstGeom>
        </p:spPr>
      </p:pic>
    </p:spTree>
  </p:cSld>
</p:sld>
</file>

<file path=docProps/app.xml><?xml version="1.0" encoding="utf-8"?>
<Properties xmlns="http://schemas.openxmlformats.org/officeDocument/2006/extended-properties">
  <Company>Acme</Company>
</Properties>
</file>

<file path=docProps/core.xml><?xml version="1.0" encoding="utf-8"?>
<cp:coreProperties xmlns:cp="http://schemas.openxmlformats.org/package/2006/metadata/core-properties" xmlns:dc="http://purl.org/dc/elements/1.1/">
  <dc:title>Smoke Test Deck</dc:title>
  <dc:creator>QA Bot</dc:creator>
</cp:coreProperties>
</file>